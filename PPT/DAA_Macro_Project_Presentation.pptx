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54864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units  •  Five algorithms  •  Five visualizations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 |   Algorithm Analysis · Greedy · Dynamic Programming · Backtracking · Branch and Bound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per unit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40233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Complexity Visualizer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Job Sequencing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III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Traveling Salesperson DP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IV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N-Queens Backtracking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Knapsack Branch and 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includes: working code  •  pseudocode  •  AI visualization prompt  •  generated visualization  •  README with output and complexity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Sorting Complexity Visualizer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188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time complexity of Merge Sort and Quick Sort for n = 10, 100, 1000.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30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423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Sort: T(n) = 2T(n/2) + n  →  O(n log n) always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average: O(n log n)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worst (bad pivot): T(n) = T(n−1) + n  →  O(n²)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uses theoretical n·log₂n and n² – not benchmarks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605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22960"/>
            <a:ext cx="64008" cy="32004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207008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MERGE-SORT(A):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 A in halves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each half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 the halves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QUICK-SORT(A, lo, hi):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= PARTITION(A, lo, hi)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QUICK-SORT(A, lo, p-1)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QUICK-SORT(A, p+1, hi)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n = 1000:  n log n ≈ 9,966  vs  n² = 1,000,000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Visualization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Complexity Visualizer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Image 0" descr="/home/claude/DAA-Macro-Project/Unit1_AlgorithmAnalysis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943600" cy="351212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777240"/>
            <a:ext cx="2468880" cy="3931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0528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1207008"/>
            <a:ext cx="22494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Quick Sort worst case O(n²) → 1,000,000 at n = 1000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Blue/green: Merge Sort and Quick Sort average coincide (n log 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axes; labelled theoretical, not measured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– Greedy Job Sequencing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188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sequencing with deadlines: pick and order unit-time jobs to maximise profit.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30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423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jobs by decreasing profit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each job in the latest free slot ≤ its deadline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slot → skip the job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J1(2,100) J2(1,19) J3(2,27) J4(1,25) J5(3,15)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605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22960"/>
            <a:ext cx="64008" cy="3200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207008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jobs by profit (desc)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job j: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min(D, j.deadline)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t&gt;=1 and slot[t] used: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 = t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 &gt;=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slot[t] = j ; profit += j.p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skip j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Schedule: J3, J1, J5   |   Total profit = 142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– Visualization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Job Sequencing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8" name="Image 0" descr="/home/claude/DAA-Macro-Project/Unit2_DivideAndConquer_Greedy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812403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9603" y="777240"/>
            <a:ext cx="2600077" cy="3931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79331" y="841248"/>
            <a:ext cx="24171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79331" y="1207008"/>
            <a:ext cx="2380621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algorithm flowchart with YES/NO decisions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trace of the sample input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and J2 skipped (slot 1 taken), J5 fills slot 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– Traveling Salesperson DP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188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DP for TSP with 4 cities: shortest tour from A visiting all cities once.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30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423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dp[S][j]: start at A, visit subset S, end at j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dp[{j}][j] = d(A, j)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dp[S][j] = min over k of dp[S−{j}][k] + d(k, j)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stored as bit masks; parent pointers rebuild the tour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605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22960"/>
            <a:ext cx="64008" cy="3200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207008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size = 2 .. n-1: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subset S, |S| = size: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j in 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dp[S][j] = min_k ( dp[S-j][k]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+ d[k][j]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min_j dp[ALL][j] + d[j][A]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Minimum cost = 80   Tour: A → B → D → C → 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– Visualization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Salesperson DP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/home/claude/DAA-Macro-Project/Unit3_DynamicProgramming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6351563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08763" y="777240"/>
            <a:ext cx="2060917" cy="3931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18491" y="841248"/>
            <a:ext cx="18780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18491" y="1207008"/>
            <a:ext cx="1841461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DP states by subset size with transition costs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path = optimal: {B} → {B,D},D → {B,C,D},C → 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every dp[S][j] with predecessor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cost 80 (ties: 70+10 and 65+15)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– N-Queens State Space Tree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188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4-Queens by backtracking: place one queen per row so that none attack each other.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30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423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columns left to right in each row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= no same column, no same diagonal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→ prune;  no safe column → backtrack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 prints trace, boards and counters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605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22960"/>
            <a:ext cx="64008" cy="3200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207008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SOLVE(row):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row = N: record solution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 = 0 .. N-1: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IS-SAFE(row, 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col[row] =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SOLVE(row + 1)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prune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2 solutions  |  60 placements tested (vs 4⁴ = 256)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– Visualization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N-Queens State Space Tree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Image 0" descr="/home/claude/DAA-Macro-Project/Unit4_Backtracking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777240"/>
            <a:ext cx="7110374" cy="3291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✗ = invalid placement, pruned    Orange = dead end, backtrack    Green = valid    Gold = solution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tested nodes + root = 61; solutions (2,4,1,3) and (3,1,4,2)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– Knapsack Branch and Bound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22960"/>
            <a:ext cx="64008" cy="1097280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1887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by Branch and Bound. Weights [2,3,4,5], values [40,50,65,70], capacity 8.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96596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57400"/>
            <a:ext cx="64008" cy="1965960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30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42316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= (level, weight, value, upper bound)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= fractional-knapsack fill of the remaining capacity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include / exclude the next item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if weight &gt; W or bound ≤ best value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6052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22960"/>
            <a:ext cx="64008" cy="3200400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207008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max-heap ordered by bound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PQ not empty: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 = PQ.pop()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u.bound &lt;= best: prune 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 item 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 &gt; W -&gt; prune, else update best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exclude item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 children with bound &gt; best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Optimal value = 120 (items 2, 4)   |   25 of 31 nodes, 7 pruned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– Visualization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Branch and Bound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home/claude/DAA-Macro-Project/Unit5_BranchAndBound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777240"/>
            <a:ext cx="6583680" cy="3291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pruned: infeasible (w &gt; 8) or ub ≤ best (110, 70)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expanded in best-first order (#1 … #12)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leaf = optimal 120; best improves 40 → 90 → 105 → 115 → 120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Comparison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projects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2651760"/>
                <a:gridCol w="1097280"/>
                <a:gridCol w="1645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Sorting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&amp; conquer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O(n log n); Quick avg O(n log n), worst 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/ 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n=1000: 9,966 vs 1,000,000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Job Sequencing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 + n·D)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142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TSP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 · 2ⁿ)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· 2ⁿ)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cost 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N-Queens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O(N!) worst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solutions, 60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 Knapsack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&amp; 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 worst case, pruned in practice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120, 7 pruned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(backtracking, branch and bound) and memoisation (DP) attack exponential search spaces; the greedy method avoids search altogether when the greedy-choice property holds.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54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48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Macro Project  |  Design and Analysis of Algorithms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46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234440" cy="60350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8686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00200" y="868680"/>
            <a:ext cx="7178040" cy="603504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868680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 with Big-O and recurrences; separate theory from measured runtime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618488"/>
            <a:ext cx="1234440" cy="6035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61848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00200" y="1618488"/>
            <a:ext cx="7178040" cy="603504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3080" y="1618488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justify a greedy strategy with the greedy-choice property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1234440" cy="60350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236829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00200" y="2368296"/>
            <a:ext cx="7178040" cy="603504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3080" y="236829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DP states, transitions and bit-mask subsets; rebuild optimal solutions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1234440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11810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00200" y="3118104"/>
            <a:ext cx="7178040" cy="603504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83080" y="3118104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backtracking and state space trees with constraint-based pruning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3867912"/>
            <a:ext cx="1234440" cy="603504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386791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600200" y="3867912"/>
            <a:ext cx="7178040" cy="603504"/>
          </a:xfrm>
          <a:prstGeom prst="rect">
            <a:avLst/>
          </a:prstGeom>
          <a:solidFill>
            <a:srgbClr val="F3F6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83080" y="3867912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bounding functions and best-first search in branch and bound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54864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representative algorithm per DAA unit, implemented, run and verified</a:t>
            </a:r>
            <a:endParaRPr lang="en-US" sz="1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visualization matches its code output (142, 80, 2 solutions, 120)</a:t>
            </a:r>
            <a:endParaRPr lang="en-US" sz="1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pseudocode, AI prompts, visualizations and READMEs for each 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</dc:title>
  <dc:subject>PptxGenJS Presentation</dc:subject>
  <dc:creator>PptxGenJS</dc:creator>
  <cp:lastModifiedBy>PptxGenJS</cp:lastModifiedBy>
  <cp:revision>1</cp:revision>
  <dcterms:created xsi:type="dcterms:W3CDTF">2026-09-28T04:56:15Z</dcterms:created>
  <dcterms:modified xsi:type="dcterms:W3CDTF">2026-09-28T04:56:15Z</dcterms:modified>
</cp:coreProperties>
</file>